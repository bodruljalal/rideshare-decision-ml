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5F1D2-249B-D1D3-20C0-BC5AE2B32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6C5CDA-3377-CE30-202C-214A12943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DF69B-744F-6527-5E30-B5A66068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ED3BE-5613-E63F-A2AE-A20CF08D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F98BC-1F86-B8C5-3E96-A71CB41D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9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83FB-DCAF-ED3E-6D5A-0A11C4BC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7BF9C-BE16-BCFD-C354-5B2F50D78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8F5F6-06C1-D49E-DBC4-4E4F9CAFB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466FE-8C53-1331-C71A-AC911938A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2E6B8-AD1A-EEBD-761B-9D4C157A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82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58E1-EBDE-F593-3CDC-7BACD746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9A7A0-D0AA-9BE9-A0D9-9C93A9A2B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0672A-94F1-AA8D-6B26-5F5C0DDB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ED9A5-FBC6-4197-0700-BB5B935A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C3ACF-02C6-5603-688A-5511FD7F4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00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EE2CC-FA65-ABB0-B82A-DD3AC26FD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63B3E-6741-25E2-42D8-CA0FFEC92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A29D7-4AB4-A2CB-132A-5A380A68C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B7E75-5804-E505-DD75-F587AA7D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1006B-55A7-84FC-5412-3909FACA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376F7-0A9C-CCA0-5D01-3C69F433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35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983B-27C3-7E67-5EC7-86FF12539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E1BDE-A9D8-7C75-9099-7374030D2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6EFA9-5CB5-744B-0BC0-28FE9293D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865D5-04A1-376B-2CF1-846359EBC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64162F-1F30-F6B4-7094-1F36D8EF3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83B37D-30E1-116C-D2F9-C717F1A52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A632F3-7827-43BF-EBD5-316B04E6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C13CE6-A27C-7CED-6FAE-3ECB8C7A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12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A8C3-826D-8461-35FF-910AB139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FCB39D-D5BF-0CD6-5A75-55F1EE42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22A7C2-2E84-3A25-C2D8-C09A079B3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2BE22-2273-B6A2-48B6-E12BEC52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6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824A-C377-E31E-6699-C2B462732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E05B52-9923-133D-7A82-FEC29EB2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86D86-625F-00FB-BF0C-3F92CA8F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1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6191-01D9-7EE3-9902-88074F98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EE9-2D4C-9BAC-FF3A-841974F69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928B-4506-7714-AC06-05A58FD1A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2A9D3-0693-1749-D0F8-E5A075307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AF957-0576-39CC-B7D0-39682E5E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4FBB1-5E0E-AC99-034E-4628E96F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0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F41F-E36D-52CB-655F-1E391458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03868-8639-F2F4-401E-68C5B8F92F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CC580-70C6-D768-AF07-D55F96C87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E7E0A-8EE9-D272-3AFB-F6F70532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94B7D-B24B-CAE2-84E5-3D1DBCB8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2AA7C-0FAA-18C6-C6E9-51C30738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9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77B-1BB0-DC24-FD85-31B1DE0F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1F2532-A6E5-565A-C099-D5789923F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54F9B-CEED-CF90-E011-FEBECB277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C555D-F6FF-40EA-2C48-1B1C36A57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98078-DFBB-5344-57CD-9D42BA30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9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A25A6-E242-2D1E-0FB0-EB1691C9D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80BFB-07A6-57A8-D2C2-834D66EB1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1BCD0-3222-6BDB-7A98-EEE98CA87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BCF26-5556-3650-B335-24F5081C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79D3C-9FCD-8B42-3DD4-128BA6DF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1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64E399-9525-14B9-F28A-1EBB2702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F729C-73DF-4376-7BFB-38914385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8C014-3953-0F7A-1C5B-1F09134EB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A0245-A3B1-3C1B-E5D0-E1E26B8A9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4122D-E18C-B334-ACCF-C0FA0D953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3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0A6F23-7F57-049A-B1A4-CB2C51399B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Jalal, Bodrul Islam</cp:lastModifiedBy>
  <cp:revision>2</cp:revision>
  <dcterms:created xsi:type="dcterms:W3CDTF">2013-01-27T09:14:16Z</dcterms:created>
  <dcterms:modified xsi:type="dcterms:W3CDTF">2026-05-06T20:40:17Z</dcterms:modified>
  <cp:category/>
</cp:coreProperties>
</file>